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Batsman Pro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Unlock Your Potential With AI-Powered Cricket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Batsman Pro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ultimate tool for cricketers.</a:t>
            </a:r>
          </a:p>
          <a:p/>
          <a:p>
            <a:r>
              <a:t>- Detect bat-ball contact</a:t>
            </a:r>
          </a:p>
          <a:p>
            <a:r>
              <a:t>- Generate automatic highlights</a:t>
            </a:r>
          </a:p>
          <a:p>
            <a:r>
              <a:t>- Classify shots with professional-grade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 Detection: State-of-the-art bat-ball contact detection using YOLO based models.</a:t>
            </a:r>
          </a:p>
          <a:p>
            <a:pPr>
              <a:defRPr sz="1800"/>
            </a:pPr>
            <a:r>
              <a:t>Highlight Generation: Automatically condenses hours of footage into the key moments.</a:t>
            </a:r>
          </a:p>
          <a:p>
            <a:pPr>
              <a:defRPr sz="1800"/>
            </a:pPr>
            <a:r>
              <a:t>Shot Classification: Identifies whether it's a cover drive, pull shot, or defense.</a:t>
            </a:r>
          </a:p>
          <a:p>
            <a:pPr>
              <a:defRPr sz="1800"/>
            </a:pPr>
            <a:r>
              <a:t>Secure Processing: Your data is processed securely with enterprise-grade privacy standards.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Upload Video: Upload your match footage securely.</a:t>
            </a:r>
          </a:p>
          <a:p>
            <a:pPr/>
            <a:r>
              <a:t>2. AI Detection: Our advanced AI detects bat-ball contact.</a:t>
            </a:r>
          </a:p>
          <a:p>
            <a:pPr/>
            <a:r>
              <a:t>3. Highlight Gen: Watch auto-generated highlights instantly.</a:t>
            </a:r>
          </a:p>
          <a:p>
            <a:pPr/>
            <a:r>
              <a:t>4. Shot Analytics: Get deep insights into every shot played.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Powered by modern technologies:</a:t>
            </a:r>
          </a:p>
          <a:p>
            <a:pPr lvl="1"/>
            <a:r>
              <a:t>Flutter</a:t>
            </a:r>
          </a:p>
          <a:p>
            <a:pPr lvl="1"/>
            <a:r>
              <a:t>Python</a:t>
            </a:r>
          </a:p>
          <a:p>
            <a:pPr lvl="1"/>
            <a:r>
              <a:t>PyTorch</a:t>
            </a:r>
          </a:p>
          <a:p>
            <a:pPr lvl="1"/>
            <a:r>
              <a:t>YOLO</a:t>
            </a:r>
          </a:p>
          <a:p>
            <a:pPr lvl="1"/>
            <a:r>
              <a:t>Firebase</a:t>
            </a:r>
          </a:p>
          <a:p>
            <a:pPr lvl="1"/>
            <a:r>
              <a:t>Flask</a:t>
            </a:r>
          </a:p>
          <a:p>
            <a:pPr lvl="1"/>
            <a:r>
              <a:t>React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Download the APK today!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